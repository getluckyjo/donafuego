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b0IXmBLfMAM6PrNIrJgsH8N4X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9C36F1-28EE-491E-9977-F6B7833C18DE}">
  <a:tblStyle styleId="{329C36F1-28EE-491E-9977-F6B7833C18D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hand holding a can of cocktail&#10;&#10;Description automatically generated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5527754" y="4731029"/>
            <a:ext cx="1746249" cy="20271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bottle&#10;&#10;Description automatically generated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6601" y="4717798"/>
            <a:ext cx="1202541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an of sparkling water&#10;&#10;Description automatically generated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825" y="4672027"/>
            <a:ext cx="879697" cy="182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yellow can of liquid&#10;&#10;Description automatically generated"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06075" y="4672015"/>
            <a:ext cx="1346200" cy="1924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" name="Google Shape;88;p1"/>
          <p:cNvGraphicFramePr/>
          <p:nvPr/>
        </p:nvGraphicFramePr>
        <p:xfrm>
          <a:off x="284545" y="1796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{329C36F1-28EE-491E-9977-F6B7833C18DE}</a:tableStyleId>
              </a:tblPr>
              <a:tblGrid>
                <a:gridCol w="2239025"/>
                <a:gridCol w="1372525"/>
                <a:gridCol w="884250"/>
                <a:gridCol w="747400"/>
                <a:gridCol w="1400000"/>
                <a:gridCol w="952975"/>
                <a:gridCol w="845475"/>
                <a:gridCol w="831400"/>
                <a:gridCol w="804950"/>
                <a:gridCol w="1214625"/>
              </a:tblGrid>
              <a:tr h="49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Brand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Tequila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size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%ALC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Checkers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PnP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Yuppie Chef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/>
                        <a:t>O</a:t>
                      </a:r>
                      <a:r>
                        <a:rPr b="1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nline 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Bar keeper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/>
                        <a:t>Spar</a:t>
                      </a:r>
                      <a:endParaRPr b="1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43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/>
                        <a:t>Doña Fuego RTD</a:t>
                      </a:r>
                      <a:endParaRPr b="1"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600"/>
                        <a:t>Import (DF)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600"/>
                        <a:t>250ML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600"/>
                        <a:t>7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600">
                          <a:solidFill>
                            <a:schemeClr val="dk1"/>
                          </a:solidFill>
                        </a:rPr>
                        <a:t>Exclusive (R169 4P/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600">
                          <a:solidFill>
                            <a:schemeClr val="dk1"/>
                          </a:solidFill>
                        </a:rPr>
                        <a:t>R49 unit)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 u="none" cap="none" strike="noStrike"/>
                        <a:t>Mercado Margarita Spritzer</a:t>
                      </a:r>
                      <a:endParaRPr b="1"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import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250ML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R39.99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R45.00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 u="none" cap="none" strike="noStrike"/>
                        <a:t>Mucho Gusto </a:t>
                      </a:r>
                      <a:endParaRPr b="1"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local agave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250ML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R42.00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R39.00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 u="none" cap="none" strike="noStrike"/>
                        <a:t>Bahama spirit cooler</a:t>
                      </a:r>
                      <a:endParaRPr b="1"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tequila flavour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440ML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R22.00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 u="none" cap="none" strike="noStrike"/>
                        <a:t>Olie margarita</a:t>
                      </a:r>
                      <a:endParaRPr b="1"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tequila 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100ML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ZA" sz="16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R89.00</a:t>
                      </a:r>
                      <a:endParaRPr sz="1200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/>
                        <a:t>Patch </a:t>
                      </a:r>
                      <a:endParaRPr b="1"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600"/>
                        <a:t>Import (DF)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600"/>
                        <a:t>150ML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600"/>
                        <a:t>14.9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600">
                          <a:solidFill>
                            <a:schemeClr val="dk1"/>
                          </a:solidFill>
                        </a:rPr>
                        <a:t>Exclusive (R159 4P/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600">
                          <a:solidFill>
                            <a:schemeClr val="dk1"/>
                          </a:solidFill>
                        </a:rPr>
                        <a:t>R49 Single)</a:t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ZA" sz="1600"/>
                        <a:t>Cheeky </a:t>
                      </a:r>
                      <a:endParaRPr b="1"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600"/>
                        <a:t>Import (DF)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600"/>
                        <a:t>300ML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600"/>
                        <a:t>4.5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ZA" sz="1600">
                          <a:solidFill>
                            <a:schemeClr val="dk1"/>
                          </a:solidFill>
                        </a:rPr>
                        <a:t>Exclusive (R210 4P/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ZA" sz="1600">
                          <a:solidFill>
                            <a:schemeClr val="dk1"/>
                          </a:solidFill>
                        </a:rPr>
                        <a:t>R55 Single)</a:t>
                      </a:r>
                      <a:endParaRPr b="0"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9" name="Google Shape;89;p1" title="Screenshot 2026-06-10 at 11.47.5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15300" y="4879462"/>
            <a:ext cx="1060500" cy="150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 title="Screenshot 2026-06-10 at 11.58.1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88900" y="4879449"/>
            <a:ext cx="1289550" cy="173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 title="Screenshot 2026-06-10 at 12.10.16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967525" y="4738744"/>
            <a:ext cx="1202550" cy="2107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2025-10-07T15:26:43Z</dcterms:created>
  <dc:creator>Danielle Schoeman</dc:creator>
</cp:coreProperties>
</file>